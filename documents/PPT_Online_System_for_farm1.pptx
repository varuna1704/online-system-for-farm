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875"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9775217-CDA7-4BD7-8B30-E239C1B47096}" v="48" dt="2023-05-25T00:16:31.1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9" d="100"/>
          <a:sy n="69" d="100"/>
        </p:scale>
        <p:origin x="78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6707279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5789745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63004547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40279639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59334696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smtClean="0"/>
              <a:t>5/25/2023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2201800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smtClean="0"/>
              <a:t>5/25/2023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42208111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53587526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2B0DB6-F5C7-45FB-8CF3-31B45F9C2DAC}" type="datetimeFigureOut">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t>‹#›</a:t>
            </a:fld>
            <a:endParaRPr lang="en-US" dirty="0"/>
          </a:p>
        </p:txBody>
      </p:sp>
    </p:spTree>
    <p:extLst>
      <p:ext uri="{BB962C8B-B14F-4D97-AF65-F5344CB8AC3E}">
        <p14:creationId xmlns:p14="http://schemas.microsoft.com/office/powerpoint/2010/main" val="39820103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3996834389"/>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A7A6979-0714-4377-B894-6BE4C2D6E202}" type="slidenum">
              <a:rPr lang="en-US" smtClean="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7572856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908617911"/>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08569048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88067879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6021005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160EA64-D806-43AC-9DF2-F8C432F32B4C}" type="datetimeFigureOut">
              <a:rPr lang="en-US" smtClean="0"/>
              <a:t>5/25/2023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1079931506"/>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160EA64-D806-43AC-9DF2-F8C432F32B4C}" type="datetimeFigureOut">
              <a:rPr lang="en-US" smtClean="0"/>
              <a:t>5/25/2023</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A7A6979-0714-4377-B894-6BE4C2D6E202}" type="slidenum">
              <a:rPr lang="en-US" smtClean="0"/>
              <a:pPr/>
              <a:t>‹#›</a:t>
            </a:fld>
            <a:endParaRPr lang="en-US" dirty="0"/>
          </a:p>
        </p:txBody>
      </p:sp>
    </p:spTree>
    <p:extLst>
      <p:ext uri="{BB962C8B-B14F-4D97-AF65-F5344CB8AC3E}">
        <p14:creationId xmlns:p14="http://schemas.microsoft.com/office/powerpoint/2010/main" val="2334399335"/>
      </p:ext>
    </p:extLst>
  </p:cSld>
  <p:clrMap bg1="lt1" tx1="dk1" bg2="lt2" tx2="dk2" accent1="accent1" accent2="accent2" accent3="accent3" accent4="accent4" accent5="accent5" accent6="accent6" hlink="hlink" folHlink="folHlink"/>
  <p:sldLayoutIdLst>
    <p:sldLayoutId id="2147483876" r:id="rId1"/>
    <p:sldLayoutId id="2147483877" r:id="rId2"/>
    <p:sldLayoutId id="2147483878" r:id="rId3"/>
    <p:sldLayoutId id="2147483879" r:id="rId4"/>
    <p:sldLayoutId id="2147483880" r:id="rId5"/>
    <p:sldLayoutId id="2147483881" r:id="rId6"/>
    <p:sldLayoutId id="2147483882" r:id="rId7"/>
    <p:sldLayoutId id="2147483883" r:id="rId8"/>
    <p:sldLayoutId id="2147483884" r:id="rId9"/>
    <p:sldLayoutId id="2147483885" r:id="rId10"/>
    <p:sldLayoutId id="2147483886" r:id="rId11"/>
    <p:sldLayoutId id="2147483887" r:id="rId12"/>
    <p:sldLayoutId id="2147483888" r:id="rId13"/>
    <p:sldLayoutId id="2147483889" r:id="rId14"/>
    <p:sldLayoutId id="2147483890" r:id="rId15"/>
    <p:sldLayoutId id="2147483891" r:id="rId16"/>
  </p:sldLayoutIdLst>
  <p:hf sldNum="0" hdr="0" ftr="0" dt="0"/>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798E1-24CB-C2E0-A001-26179C6BBC9A}"/>
              </a:ext>
            </a:extLst>
          </p:cNvPr>
          <p:cNvSpPr>
            <a:spLocks noGrp="1"/>
          </p:cNvSpPr>
          <p:nvPr>
            <p:ph type="ctrTitle"/>
          </p:nvPr>
        </p:nvSpPr>
        <p:spPr>
          <a:xfrm>
            <a:off x="574964" y="277091"/>
            <a:ext cx="11263745" cy="5749636"/>
          </a:xfrm>
        </p:spPr>
        <p:txBody>
          <a:bodyPr>
            <a:normAutofit/>
          </a:bodyPr>
          <a:lstStyle/>
          <a:p>
            <a:br>
              <a:rPr lang="en-US" dirty="0">
                <a:solidFill>
                  <a:schemeClr val="accent1">
                    <a:lumMod val="60000"/>
                    <a:lumOff val="40000"/>
                  </a:schemeClr>
                </a:solidFill>
                <a:highlight>
                  <a:srgbClr val="FFFF00"/>
                </a:highlight>
              </a:rPr>
            </a:br>
            <a:br>
              <a:rPr lang="en-US" dirty="0">
                <a:solidFill>
                  <a:schemeClr val="accent1">
                    <a:lumMod val="60000"/>
                    <a:lumOff val="40000"/>
                  </a:schemeClr>
                </a:solidFill>
                <a:highlight>
                  <a:srgbClr val="FFFF00"/>
                </a:highlight>
              </a:rPr>
            </a:br>
            <a:br>
              <a:rPr lang="en-US" dirty="0">
                <a:solidFill>
                  <a:schemeClr val="accent1">
                    <a:lumMod val="60000"/>
                    <a:lumOff val="40000"/>
                  </a:schemeClr>
                </a:solidFill>
                <a:highlight>
                  <a:srgbClr val="FFFF00"/>
                </a:highlight>
              </a:rPr>
            </a:br>
            <a:br>
              <a:rPr lang="en-US" dirty="0">
                <a:solidFill>
                  <a:schemeClr val="accent1">
                    <a:lumMod val="60000"/>
                    <a:lumOff val="40000"/>
                  </a:schemeClr>
                </a:solidFill>
                <a:highlight>
                  <a:srgbClr val="FFFF00"/>
                </a:highlight>
              </a:rPr>
            </a:br>
            <a:br>
              <a:rPr lang="en-US" dirty="0">
                <a:solidFill>
                  <a:schemeClr val="accent1">
                    <a:lumMod val="60000"/>
                    <a:lumOff val="40000"/>
                  </a:schemeClr>
                </a:solidFill>
                <a:highlight>
                  <a:srgbClr val="FFFF00"/>
                </a:highlight>
              </a:rPr>
            </a:br>
            <a:endParaRPr lang="en-IN" dirty="0">
              <a:solidFill>
                <a:schemeClr val="accent1">
                  <a:lumMod val="60000"/>
                  <a:lumOff val="40000"/>
                </a:schemeClr>
              </a:solidFill>
              <a:highlight>
                <a:srgbClr val="FFFF00"/>
              </a:highlight>
            </a:endParaRPr>
          </a:p>
        </p:txBody>
      </p:sp>
      <p:sp>
        <p:nvSpPr>
          <p:cNvPr id="3" name="Subtitle 2">
            <a:extLst>
              <a:ext uri="{FF2B5EF4-FFF2-40B4-BE49-F238E27FC236}">
                <a16:creationId xmlns:a16="http://schemas.microsoft.com/office/drawing/2014/main" id="{76DBA835-B94B-6349-3D4A-EBAECD836C1C}"/>
              </a:ext>
            </a:extLst>
          </p:cNvPr>
          <p:cNvSpPr>
            <a:spLocks noGrp="1"/>
          </p:cNvSpPr>
          <p:nvPr>
            <p:ph type="subTitle" idx="1"/>
          </p:nvPr>
        </p:nvSpPr>
        <p:spPr>
          <a:xfrm>
            <a:off x="1427018" y="831273"/>
            <a:ext cx="9559638" cy="4876800"/>
          </a:xfrm>
        </p:spPr>
        <p:txBody>
          <a:bodyPr>
            <a:normAutofit fontScale="70000" lnSpcReduction="20000"/>
          </a:bodyPr>
          <a:lstStyle/>
          <a:p>
            <a:pPr algn="ctr"/>
            <a:r>
              <a:rPr lang="en-US" sz="3300" dirty="0">
                <a:solidFill>
                  <a:schemeClr val="bg1"/>
                </a:solidFill>
                <a:latin typeface="Palatino Linotype" panose="02040502050505030304" pitchFamily="18" charset="0"/>
              </a:rPr>
              <a:t> </a:t>
            </a:r>
            <a:r>
              <a:rPr lang="en-US" sz="3300" dirty="0">
                <a:solidFill>
                  <a:schemeClr val="tx1"/>
                </a:solidFill>
                <a:latin typeface="Palatino Linotype" panose="02040502050505030304" pitchFamily="18" charset="0"/>
              </a:rPr>
              <a:t>Project</a:t>
            </a:r>
          </a:p>
          <a:p>
            <a:pPr algn="ctr"/>
            <a:r>
              <a:rPr lang="en-US" sz="3300" dirty="0">
                <a:solidFill>
                  <a:schemeClr val="tx1"/>
                </a:solidFill>
                <a:latin typeface="Palatino Linotype" panose="02040502050505030304" pitchFamily="18" charset="0"/>
              </a:rPr>
              <a:t>Presentation</a:t>
            </a:r>
          </a:p>
          <a:p>
            <a:pPr algn="ctr"/>
            <a:r>
              <a:rPr lang="en-US" sz="3300" dirty="0">
                <a:solidFill>
                  <a:schemeClr val="tx1"/>
                </a:solidFill>
                <a:latin typeface="Palatino Linotype" panose="02040502050505030304" pitchFamily="18" charset="0"/>
              </a:rPr>
              <a:t>On</a:t>
            </a:r>
          </a:p>
          <a:p>
            <a:pPr algn="ctr"/>
            <a:r>
              <a:rPr lang="en-US" sz="3000" b="1" dirty="0">
                <a:solidFill>
                  <a:schemeClr val="tx1"/>
                </a:solidFill>
                <a:latin typeface="Palatino Linotype" panose="02040502050505030304" pitchFamily="18" charset="0"/>
              </a:rPr>
              <a:t>Online System for Farm</a:t>
            </a:r>
          </a:p>
          <a:p>
            <a:pPr algn="ctr"/>
            <a:endParaRPr lang="en-US" sz="3000" b="1" dirty="0">
              <a:solidFill>
                <a:schemeClr val="tx1"/>
              </a:solidFill>
              <a:latin typeface="Palatino Linotype" panose="02040502050505030304" pitchFamily="18" charset="0"/>
            </a:endParaRPr>
          </a:p>
          <a:p>
            <a:pPr algn="ctr"/>
            <a:r>
              <a:rPr lang="en-US" sz="3000" dirty="0">
                <a:solidFill>
                  <a:schemeClr val="tx1"/>
                </a:solidFill>
                <a:latin typeface="Palatino Linotype" panose="02040502050505030304" pitchFamily="18" charset="0"/>
              </a:rPr>
              <a:t>By</a:t>
            </a:r>
          </a:p>
          <a:p>
            <a:pPr algn="ctr"/>
            <a:r>
              <a:rPr lang="en-US" sz="3000" dirty="0">
                <a:solidFill>
                  <a:schemeClr val="tx1"/>
                </a:solidFill>
                <a:latin typeface="Palatino Linotype" panose="02040502050505030304" pitchFamily="18" charset="0"/>
              </a:rPr>
              <a:t>Nikam Varuna Avinash(Roll No.27) </a:t>
            </a:r>
          </a:p>
          <a:p>
            <a:pPr algn="ctr"/>
            <a:r>
              <a:rPr lang="en-US" sz="3000" dirty="0">
                <a:solidFill>
                  <a:schemeClr val="tx1"/>
                </a:solidFill>
                <a:latin typeface="Palatino Linotype" panose="02040502050505030304" pitchFamily="18" charset="0"/>
              </a:rPr>
              <a:t>Sawant Gayatri Shivaji(Roll N0.51)</a:t>
            </a:r>
          </a:p>
          <a:p>
            <a:pPr algn="ctr"/>
            <a:r>
              <a:rPr lang="en-US" sz="3000" dirty="0">
                <a:solidFill>
                  <a:schemeClr val="tx1"/>
                </a:solidFill>
                <a:latin typeface="Palatino Linotype" panose="02040502050505030304" pitchFamily="18" charset="0"/>
              </a:rPr>
              <a:t>Sawant Vasudha Hemant(Roll No.52)</a:t>
            </a:r>
          </a:p>
          <a:p>
            <a:pPr algn="ctr"/>
            <a:r>
              <a:rPr lang="en-US" sz="3000" dirty="0">
                <a:solidFill>
                  <a:schemeClr val="tx1"/>
                </a:solidFill>
                <a:latin typeface="Palatino Linotype" panose="02040502050505030304" pitchFamily="18" charset="0"/>
              </a:rPr>
              <a:t>Nikam Pooja </a:t>
            </a:r>
            <a:r>
              <a:rPr lang="en-US" sz="3000" dirty="0" err="1">
                <a:solidFill>
                  <a:schemeClr val="tx1"/>
                </a:solidFill>
                <a:latin typeface="Palatino Linotype" panose="02040502050505030304" pitchFamily="18" charset="0"/>
              </a:rPr>
              <a:t>Nanaji</a:t>
            </a:r>
            <a:r>
              <a:rPr lang="en-US" sz="3000" dirty="0">
                <a:solidFill>
                  <a:schemeClr val="tx1"/>
                </a:solidFill>
                <a:latin typeface="Palatino Linotype" panose="02040502050505030304" pitchFamily="18" charset="0"/>
              </a:rPr>
              <a:t>(Roll No.53)</a:t>
            </a:r>
          </a:p>
          <a:p>
            <a:pPr algn="ctr"/>
            <a:endParaRPr lang="en-US" sz="3000" dirty="0">
              <a:solidFill>
                <a:schemeClr val="tx1"/>
              </a:solidFill>
              <a:latin typeface="Palatino Linotype" panose="02040502050505030304" pitchFamily="18" charset="0"/>
            </a:endParaRPr>
          </a:p>
          <a:p>
            <a:pPr algn="ctr"/>
            <a:r>
              <a:rPr lang="en-US" sz="3000" dirty="0">
                <a:solidFill>
                  <a:schemeClr val="tx1"/>
                </a:solidFill>
                <a:latin typeface="Palatino Linotype" panose="02040502050505030304" pitchFamily="18" charset="0"/>
              </a:rPr>
              <a:t>T.Y.B.sc(Computer Science)</a:t>
            </a:r>
          </a:p>
          <a:p>
            <a:endParaRPr lang="en-US" sz="3000" dirty="0">
              <a:solidFill>
                <a:schemeClr val="tx1"/>
              </a:solidFill>
              <a:latin typeface="Palatino Linotype" panose="02040502050505030304" pitchFamily="18" charset="0"/>
            </a:endParaRPr>
          </a:p>
        </p:txBody>
      </p:sp>
    </p:spTree>
    <p:extLst>
      <p:ext uri="{BB962C8B-B14F-4D97-AF65-F5344CB8AC3E}">
        <p14:creationId xmlns:p14="http://schemas.microsoft.com/office/powerpoint/2010/main" val="26876867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405745-BA74-B9CD-7D06-6DA9FE1DD0C9}"/>
              </a:ext>
            </a:extLst>
          </p:cNvPr>
          <p:cNvSpPr>
            <a:spLocks noGrp="1"/>
          </p:cNvSpPr>
          <p:nvPr>
            <p:ph type="ctrTitle"/>
          </p:nvPr>
        </p:nvSpPr>
        <p:spPr>
          <a:xfrm>
            <a:off x="1233055" y="471055"/>
            <a:ext cx="9656618" cy="5375563"/>
          </a:xfrm>
        </p:spPr>
        <p:txBody>
          <a:bodyPr/>
          <a:lstStyle/>
          <a:p>
            <a:br>
              <a:rPr lang="en-IN" dirty="0"/>
            </a:br>
            <a:endParaRPr lang="en-IN" dirty="0"/>
          </a:p>
        </p:txBody>
      </p:sp>
      <p:sp>
        <p:nvSpPr>
          <p:cNvPr id="3" name="Subtitle 2">
            <a:extLst>
              <a:ext uri="{FF2B5EF4-FFF2-40B4-BE49-F238E27FC236}">
                <a16:creationId xmlns:a16="http://schemas.microsoft.com/office/drawing/2014/main" id="{D42F5C92-1CB2-328C-3943-395679AD5342}"/>
              </a:ext>
            </a:extLst>
          </p:cNvPr>
          <p:cNvSpPr>
            <a:spLocks noGrp="1"/>
          </p:cNvSpPr>
          <p:nvPr>
            <p:ph type="subTitle" idx="1"/>
          </p:nvPr>
        </p:nvSpPr>
        <p:spPr>
          <a:xfrm>
            <a:off x="1898073" y="1011382"/>
            <a:ext cx="8271163" cy="4516582"/>
          </a:xfrm>
        </p:spPr>
        <p:txBody>
          <a:bodyPr>
            <a:normAutofit fontScale="92500" lnSpcReduction="10000"/>
          </a:bodyPr>
          <a:lstStyle/>
          <a:p>
            <a:r>
              <a:rPr lang="en-IN" sz="2700" b="1" dirty="0">
                <a:solidFill>
                  <a:schemeClr val="tx1"/>
                </a:solidFill>
                <a:latin typeface="Palatino Linotype" panose="02040502050505030304" pitchFamily="18" charset="0"/>
              </a:rPr>
              <a:t>Outline</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Introduction</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Existing System</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Requirement</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Data Dictionary</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System Diagram</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Input/Output Screens</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Testing</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Future Plan</a:t>
            </a:r>
          </a:p>
          <a:p>
            <a:pPr marL="342900" indent="-342900" algn="l">
              <a:lnSpc>
                <a:spcPct val="110000"/>
              </a:lnSpc>
              <a:buFont typeface="Wingdings" panose="05000000000000000000" pitchFamily="2" charset="2"/>
              <a:buChar char="q"/>
            </a:pPr>
            <a:r>
              <a:rPr lang="en-IN" sz="2300" dirty="0">
                <a:solidFill>
                  <a:schemeClr val="tx1"/>
                </a:solidFill>
                <a:latin typeface="Palatino Linotype" panose="02040502050505030304" pitchFamily="18" charset="0"/>
              </a:rPr>
              <a:t>Conclusion</a:t>
            </a:r>
          </a:p>
        </p:txBody>
      </p:sp>
    </p:spTree>
    <p:extLst>
      <p:ext uri="{BB962C8B-B14F-4D97-AF65-F5344CB8AC3E}">
        <p14:creationId xmlns:p14="http://schemas.microsoft.com/office/powerpoint/2010/main" val="269011778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58CEF2-A8D2-FCCD-4286-D6D66F5D16A9}"/>
              </a:ext>
            </a:extLst>
          </p:cNvPr>
          <p:cNvSpPr>
            <a:spLocks noGrp="1"/>
          </p:cNvSpPr>
          <p:nvPr>
            <p:ph type="ctrTitle"/>
          </p:nvPr>
        </p:nvSpPr>
        <p:spPr>
          <a:xfrm>
            <a:off x="1316182" y="249381"/>
            <a:ext cx="9504218" cy="5389419"/>
          </a:xfrm>
        </p:spPr>
        <p:txBody>
          <a:bodyPr/>
          <a:lstStyle/>
          <a:p>
            <a:r>
              <a:rPr lang="en-IN" dirty="0"/>
              <a:t> </a:t>
            </a:r>
          </a:p>
        </p:txBody>
      </p:sp>
      <p:sp>
        <p:nvSpPr>
          <p:cNvPr id="3" name="Subtitle 2">
            <a:extLst>
              <a:ext uri="{FF2B5EF4-FFF2-40B4-BE49-F238E27FC236}">
                <a16:creationId xmlns:a16="http://schemas.microsoft.com/office/drawing/2014/main" id="{F973C6C7-6C2E-63C4-AB0D-8E65F61D5A9F}"/>
              </a:ext>
            </a:extLst>
          </p:cNvPr>
          <p:cNvSpPr>
            <a:spLocks noGrp="1"/>
          </p:cNvSpPr>
          <p:nvPr>
            <p:ph type="subTitle" idx="1"/>
          </p:nvPr>
        </p:nvSpPr>
        <p:spPr>
          <a:xfrm>
            <a:off x="1787235" y="249381"/>
            <a:ext cx="8146473" cy="4627418"/>
          </a:xfrm>
        </p:spPr>
        <p:txBody>
          <a:bodyPr>
            <a:normAutofit/>
          </a:bodyPr>
          <a:lstStyle/>
          <a:p>
            <a:r>
              <a:rPr lang="en-IN" sz="2500" b="1" dirty="0">
                <a:solidFill>
                  <a:schemeClr val="tx1"/>
                </a:solidFill>
                <a:latin typeface="Palatino Linotype" panose="02040502050505030304" pitchFamily="18" charset="0"/>
              </a:rPr>
              <a:t>Introduction</a:t>
            </a:r>
          </a:p>
          <a:p>
            <a:pPr marL="431800" marR="714375" indent="457200" algn="just">
              <a:lnSpc>
                <a:spcPct val="103000"/>
              </a:lnSpc>
              <a:spcAft>
                <a:spcPts val="770"/>
              </a:spcAft>
            </a:pPr>
            <a:r>
              <a:rPr lang="en-IN" sz="19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Accurate and easy to use online system for farm are of fundamental importance for successful operational forming. However still today many farmers do not know about various technology as well fertilizers. In particular for small to medium-size form and for multifunctional farming if a form is well managed in appropriate manner, then the farmer can get much profit. The growth of the global population coupled with a decline in natural resources. Environmental conditions lead to food security becoming a major concern, these problems are   motivators.   In order to meet the current global needs of humidity, new solutions and technology are constantly being implemented. So, this online system for farm is very useful to lead the farming systems. </a:t>
            </a:r>
          </a:p>
          <a:p>
            <a:endParaRPr lang="en-IN" sz="2500" b="1"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22831910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95A8F-3F61-D61F-CAA4-71A564700AD1}"/>
              </a:ext>
            </a:extLst>
          </p:cNvPr>
          <p:cNvSpPr>
            <a:spLocks noGrp="1"/>
          </p:cNvSpPr>
          <p:nvPr>
            <p:ph type="ctrTitle"/>
          </p:nvPr>
        </p:nvSpPr>
        <p:spPr>
          <a:xfrm>
            <a:off x="1316183" y="817419"/>
            <a:ext cx="9324108" cy="4364181"/>
          </a:xfrm>
        </p:spPr>
        <p:txBody>
          <a:bodyPr/>
          <a:lstStyle/>
          <a:p>
            <a:r>
              <a:rPr lang="en-IN" dirty="0"/>
              <a:t> </a:t>
            </a:r>
          </a:p>
        </p:txBody>
      </p:sp>
      <p:sp>
        <p:nvSpPr>
          <p:cNvPr id="3" name="Subtitle 2">
            <a:extLst>
              <a:ext uri="{FF2B5EF4-FFF2-40B4-BE49-F238E27FC236}">
                <a16:creationId xmlns:a16="http://schemas.microsoft.com/office/drawing/2014/main" id="{1FBC923D-9ED4-1E81-515C-B5EEECF3A1E8}"/>
              </a:ext>
            </a:extLst>
          </p:cNvPr>
          <p:cNvSpPr>
            <a:spLocks noGrp="1"/>
          </p:cNvSpPr>
          <p:nvPr>
            <p:ph type="subTitle" idx="1"/>
          </p:nvPr>
        </p:nvSpPr>
        <p:spPr>
          <a:xfrm>
            <a:off x="2008909" y="1149928"/>
            <a:ext cx="8257309" cy="3906981"/>
          </a:xfrm>
        </p:spPr>
        <p:txBody>
          <a:bodyPr>
            <a:normAutofit/>
          </a:bodyPr>
          <a:lstStyle/>
          <a:p>
            <a:pPr marL="425450" marR="714375" indent="288290" algn="just">
              <a:lnSpc>
                <a:spcPct val="103000"/>
              </a:lnSpc>
              <a:spcAft>
                <a:spcPts val="770"/>
              </a:spcAft>
            </a:pPr>
            <a:r>
              <a:rPr lang="en-IN" sz="2500" b="1"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Existing System</a:t>
            </a:r>
          </a:p>
          <a:p>
            <a:pPr marL="425450" marR="714375" indent="288290" algn="just">
              <a:lnSpc>
                <a:spcPct val="103000"/>
              </a:lnSpc>
              <a:spcAft>
                <a:spcPts val="770"/>
              </a:spcAft>
            </a:pP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This type of all system is informed that can be used for various farming process. It satisfies the farmer  requirement. The System is easy to understand by the farmers. Be easy to operate for everyone. Have a good user interface and be expandable. Arrange and Schedule with proper time and management. It is the study of farmer as a producer of food and other raw materials. Who occupies a strategic position in the economic like of a country farm.   Online system for farm gives thrust and direction to farming improvement by providing useful information to farmers.   </a:t>
            </a:r>
          </a:p>
          <a:p>
            <a:pPr marL="431800" marR="718820" indent="-6350" algn="l">
              <a:lnSpc>
                <a:spcPct val="107000"/>
              </a:lnSpc>
              <a:spcAft>
                <a:spcPts val="145"/>
              </a:spcAft>
            </a:pP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p>
          <a:p>
            <a:endParaRPr lang="en-IN" dirty="0"/>
          </a:p>
        </p:txBody>
      </p:sp>
    </p:spTree>
    <p:extLst>
      <p:ext uri="{BB962C8B-B14F-4D97-AF65-F5344CB8AC3E}">
        <p14:creationId xmlns:p14="http://schemas.microsoft.com/office/powerpoint/2010/main" val="28501336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FAAC5-F984-0A61-6DAF-DF88A55A7169}"/>
              </a:ext>
            </a:extLst>
          </p:cNvPr>
          <p:cNvSpPr>
            <a:spLocks noGrp="1"/>
          </p:cNvSpPr>
          <p:nvPr>
            <p:ph type="ctrTitle"/>
          </p:nvPr>
        </p:nvSpPr>
        <p:spPr>
          <a:xfrm>
            <a:off x="1066801" y="190391"/>
            <a:ext cx="9892144" cy="6470072"/>
          </a:xfrm>
        </p:spPr>
        <p:txBody>
          <a:bodyPr/>
          <a:lstStyle/>
          <a:p>
            <a:r>
              <a:rPr lang="en-IN" dirty="0"/>
              <a:t> </a:t>
            </a:r>
          </a:p>
        </p:txBody>
      </p:sp>
      <p:sp>
        <p:nvSpPr>
          <p:cNvPr id="3" name="Subtitle 2">
            <a:extLst>
              <a:ext uri="{FF2B5EF4-FFF2-40B4-BE49-F238E27FC236}">
                <a16:creationId xmlns:a16="http://schemas.microsoft.com/office/drawing/2014/main" id="{EB36B146-21DC-F471-D6A3-66E912C01FB5}"/>
              </a:ext>
            </a:extLst>
          </p:cNvPr>
          <p:cNvSpPr>
            <a:spLocks noGrp="1"/>
          </p:cNvSpPr>
          <p:nvPr>
            <p:ph type="subTitle" idx="1"/>
          </p:nvPr>
        </p:nvSpPr>
        <p:spPr>
          <a:xfrm>
            <a:off x="2272145" y="540327"/>
            <a:ext cx="7467604" cy="5694218"/>
          </a:xfrm>
        </p:spPr>
        <p:txBody>
          <a:bodyPr>
            <a:normAutofit fontScale="25000" lnSpcReduction="20000"/>
          </a:bodyPr>
          <a:lstStyle/>
          <a:p>
            <a:pPr marL="438150" marR="718820" indent="-6350" algn="l">
              <a:lnSpc>
                <a:spcPct val="107000"/>
              </a:lnSpc>
              <a:spcAft>
                <a:spcPts val="1340"/>
              </a:spcAft>
            </a:pPr>
            <a:r>
              <a:rPr lang="en-IN" sz="5600" b="1"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en-IN" sz="10000" b="1" kern="100" dirty="0" err="1">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Requierement</a:t>
            </a:r>
            <a:endParaRPr lang="en-IN" sz="10000" b="1"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endParaRPr>
          </a:p>
          <a:p>
            <a:pPr marL="438150" marR="718820" indent="-6350" algn="l">
              <a:lnSpc>
                <a:spcPct val="107000"/>
              </a:lnSpc>
              <a:spcAft>
                <a:spcPts val="1340"/>
              </a:spcAft>
            </a:pPr>
            <a:r>
              <a:rPr lang="en-IN" sz="5600" b="1"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Software requirements:  </a:t>
            </a:r>
          </a:p>
          <a:p>
            <a:pPr marL="1117600" marR="718820" indent="-685800" algn="just">
              <a:lnSpc>
                <a:spcPct val="107000"/>
              </a:lnSpc>
              <a:spcAft>
                <a:spcPts val="1340"/>
              </a:spcAft>
              <a:buFont typeface="Wingdings" panose="05000000000000000000" pitchFamily="2" charset="2"/>
              <a:buChar char="q"/>
            </a:pPr>
            <a:r>
              <a:rPr lang="en-IN" sz="56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Operating System: Linux    </a:t>
            </a:r>
          </a:p>
          <a:p>
            <a:pPr marL="1117600" marR="718820" indent="-685800" algn="just">
              <a:lnSpc>
                <a:spcPct val="107000"/>
              </a:lnSpc>
              <a:spcAft>
                <a:spcPts val="1340"/>
              </a:spcAft>
              <a:buFont typeface="Wingdings" panose="05000000000000000000" pitchFamily="2" charset="2"/>
              <a:buChar char="q"/>
            </a:pPr>
            <a:r>
              <a:rPr lang="en-IN" sz="56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en-IN" sz="5600" kern="100" dirty="0">
                <a:solidFill>
                  <a:srgbClr val="000000"/>
                </a:solidFill>
                <a:uFill>
                  <a:solidFill>
                    <a:srgbClr val="000000"/>
                  </a:solidFill>
                </a:uFill>
                <a:latin typeface="Palatino Linotype" panose="02040502050505030304" pitchFamily="18" charset="0"/>
                <a:ea typeface="Palatino Linotype" panose="02040502050505030304" pitchFamily="18" charset="0"/>
                <a:cs typeface="Arial" panose="020B0604020202020204" pitchFamily="34" charset="0"/>
              </a:rPr>
              <a:t>User Interface</a:t>
            </a:r>
            <a:r>
              <a:rPr lang="en-IN" sz="56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 PHP, CSS, JavaScript   </a:t>
            </a:r>
          </a:p>
          <a:p>
            <a:pPr marL="1117600" marR="718820" indent="-685800" algn="just">
              <a:lnSpc>
                <a:spcPct val="107000"/>
              </a:lnSpc>
              <a:spcAft>
                <a:spcPts val="1340"/>
              </a:spcAft>
              <a:buFont typeface="Wingdings" panose="05000000000000000000" pitchFamily="2" charset="2"/>
              <a:buChar char="q"/>
            </a:pPr>
            <a:r>
              <a:rPr lang="en-IN" sz="5600" kern="100" dirty="0">
                <a:solidFill>
                  <a:srgbClr val="000000"/>
                </a:solidFill>
                <a:latin typeface="Palatino Linotype" panose="02040502050505030304" pitchFamily="18" charset="0"/>
                <a:ea typeface="Palatino Linotype" panose="02040502050505030304" pitchFamily="18" charset="0"/>
                <a:cs typeface="Palatino Linotype" panose="02040502050505030304" pitchFamily="18" charset="0"/>
              </a:rPr>
              <a:t>Database:</a:t>
            </a:r>
            <a:r>
              <a:rPr lang="en-IN" sz="56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 : PostgreSQL (Version 8) </a:t>
            </a:r>
          </a:p>
          <a:p>
            <a:pPr marL="1117600" marR="718820" indent="-685800" algn="just">
              <a:lnSpc>
                <a:spcPct val="107000"/>
              </a:lnSpc>
              <a:spcAft>
                <a:spcPts val="1340"/>
              </a:spcAft>
              <a:buFont typeface="Wingdings" panose="05000000000000000000" pitchFamily="2" charset="2"/>
              <a:buChar char="q"/>
            </a:pPr>
            <a:r>
              <a:rPr lang="en-IN" sz="5600" kern="100" dirty="0">
                <a:solidFill>
                  <a:srgbClr val="000000"/>
                </a:solidFill>
                <a:uFill>
                  <a:solidFill>
                    <a:srgbClr val="000000"/>
                  </a:solidFill>
                </a:uFill>
                <a:latin typeface="Palatino Linotype" panose="02040502050505030304" pitchFamily="18" charset="0"/>
                <a:ea typeface="Palatino Linotype" panose="02040502050505030304" pitchFamily="18" charset="0"/>
                <a:cs typeface="Arial" panose="020B0604020202020204" pitchFamily="34" charset="0"/>
              </a:rPr>
              <a:t>Document </a:t>
            </a:r>
            <a:r>
              <a:rPr lang="en-IN" sz="5600" kern="100" dirty="0" err="1">
                <a:solidFill>
                  <a:srgbClr val="000000"/>
                </a:solidFill>
                <a:uFill>
                  <a:solidFill>
                    <a:srgbClr val="000000"/>
                  </a:solidFill>
                </a:uFill>
                <a:latin typeface="Palatino Linotype" panose="02040502050505030304" pitchFamily="18" charset="0"/>
                <a:ea typeface="Palatino Linotype" panose="02040502050505030304" pitchFamily="18" charset="0"/>
                <a:cs typeface="Arial" panose="020B0604020202020204" pitchFamily="34" charset="0"/>
              </a:rPr>
              <a:t>Tool:Ms</a:t>
            </a:r>
            <a:r>
              <a:rPr lang="en-IN" sz="5600" kern="100" dirty="0">
                <a:solidFill>
                  <a:srgbClr val="000000"/>
                </a:solidFill>
                <a:uFill>
                  <a:solidFill>
                    <a:srgbClr val="000000"/>
                  </a:solidFill>
                </a:uFill>
                <a:latin typeface="Palatino Linotype" panose="02040502050505030304" pitchFamily="18" charset="0"/>
                <a:ea typeface="Palatino Linotype" panose="02040502050505030304" pitchFamily="18" charset="0"/>
                <a:cs typeface="Arial" panose="020B0604020202020204" pitchFamily="34" charset="0"/>
              </a:rPr>
              <a:t> Office</a:t>
            </a:r>
          </a:p>
          <a:p>
            <a:pPr marL="438150" marR="718820" indent="-6350" algn="l">
              <a:lnSpc>
                <a:spcPct val="107000"/>
              </a:lnSpc>
              <a:spcAft>
                <a:spcPts val="1340"/>
              </a:spcAft>
            </a:pPr>
            <a:r>
              <a:rPr lang="en-IN" sz="5600" b="1" kern="100" dirty="0">
                <a:solidFill>
                  <a:srgbClr val="000000"/>
                </a:solidFill>
                <a:effectLst/>
                <a:uFill>
                  <a:solidFill>
                    <a:srgbClr val="000000"/>
                  </a:solidFill>
                </a:uFill>
                <a:latin typeface="Palatino Linotype" panose="02040502050505030304" pitchFamily="18" charset="0"/>
                <a:ea typeface="Palatino Linotype" panose="02040502050505030304" pitchFamily="18" charset="0"/>
                <a:cs typeface="Arial" panose="020B0604020202020204" pitchFamily="34" charset="0"/>
              </a:rPr>
              <a:t>Hardware Requirement:</a:t>
            </a:r>
            <a:endParaRPr lang="en-IN" sz="5600" b="1" kern="100" dirty="0">
              <a:solidFill>
                <a:srgbClr val="000000"/>
              </a:solidFill>
              <a:latin typeface="Palatino Linotype" panose="02040502050505030304" pitchFamily="18" charset="0"/>
              <a:ea typeface="Palatino Linotype" panose="02040502050505030304" pitchFamily="18" charset="0"/>
              <a:cs typeface="Arial" panose="020B0604020202020204" pitchFamily="34" charset="0"/>
            </a:endParaRPr>
          </a:p>
          <a:p>
            <a:pPr marL="1289050" marR="718820" indent="-857250" algn="l">
              <a:lnSpc>
                <a:spcPct val="107000"/>
              </a:lnSpc>
              <a:spcAft>
                <a:spcPts val="1340"/>
              </a:spcAft>
              <a:buFont typeface="Wingdings" panose="05000000000000000000" pitchFamily="2" charset="2"/>
              <a:buChar char="q"/>
            </a:pPr>
            <a:r>
              <a:rPr lang="en-IN" sz="56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Processor: Standard processor with a speed of 1.6 GHz or more   </a:t>
            </a:r>
          </a:p>
          <a:p>
            <a:pPr marL="1289050" marR="718820" indent="-857250" algn="l">
              <a:lnSpc>
                <a:spcPct val="107000"/>
              </a:lnSpc>
              <a:spcAft>
                <a:spcPts val="1340"/>
              </a:spcAft>
              <a:buFont typeface="Wingdings" panose="05000000000000000000" pitchFamily="2" charset="2"/>
              <a:buChar char="q"/>
            </a:pPr>
            <a:r>
              <a:rPr lang="en-IN" sz="56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RAM: 256 MB RAM or more    </a:t>
            </a:r>
          </a:p>
          <a:p>
            <a:pPr marL="1289050" marR="718820" indent="-857250" algn="l">
              <a:lnSpc>
                <a:spcPct val="107000"/>
              </a:lnSpc>
              <a:spcAft>
                <a:spcPts val="1340"/>
              </a:spcAft>
              <a:buFont typeface="Wingdings" panose="05000000000000000000" pitchFamily="2" charset="2"/>
              <a:buChar char="q"/>
            </a:pPr>
            <a:r>
              <a:rPr lang="en-IN" sz="56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Hard Disk: 3 GB or more</a:t>
            </a:r>
          </a:p>
          <a:p>
            <a:pPr marL="1289050" marR="718820" indent="-857250" algn="l">
              <a:lnSpc>
                <a:spcPct val="107000"/>
              </a:lnSpc>
              <a:spcAft>
                <a:spcPts val="1340"/>
              </a:spcAft>
              <a:buFont typeface="Wingdings" panose="05000000000000000000" pitchFamily="2" charset="2"/>
              <a:buChar char="q"/>
            </a:pPr>
            <a:r>
              <a:rPr lang="en-IN" sz="56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en-IN" sz="5600" kern="100" dirty="0" err="1">
                <a:solidFill>
                  <a:srgbClr val="000000"/>
                </a:solidFill>
                <a:latin typeface="Palatino Linotype" panose="02040502050505030304" pitchFamily="18" charset="0"/>
                <a:ea typeface="Palatino Linotype" panose="02040502050505030304" pitchFamily="18" charset="0"/>
                <a:cs typeface="Palatino Linotype" panose="02040502050505030304" pitchFamily="18" charset="0"/>
              </a:rPr>
              <a:t>K</a:t>
            </a:r>
            <a:r>
              <a:rPr lang="en-IN" sz="5600" kern="100" dirty="0" err="1">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eyboard:Standard</a:t>
            </a:r>
            <a:r>
              <a:rPr lang="en-IN" sz="56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keyboard</a:t>
            </a:r>
            <a:endParaRPr lang="en-IN" sz="5600" u="none" strike="noStrike" kern="100" dirty="0">
              <a:solidFill>
                <a:srgbClr val="000000"/>
              </a:solidFill>
              <a:uFill>
                <a:solidFill>
                  <a:srgbClr val="000000"/>
                </a:solidFill>
              </a:uFill>
              <a:latin typeface="Palatino Linotype" panose="02040502050505030304" pitchFamily="18" charset="0"/>
              <a:ea typeface="Arial" panose="020B0604020202020204" pitchFamily="34" charset="0"/>
              <a:cs typeface="Arial" panose="020B0604020202020204" pitchFamily="34" charset="0"/>
            </a:endParaRPr>
          </a:p>
          <a:p>
            <a:pPr marL="1289050" marR="718820" indent="-857250" algn="l">
              <a:lnSpc>
                <a:spcPct val="107000"/>
              </a:lnSpc>
              <a:spcAft>
                <a:spcPts val="985"/>
              </a:spcAft>
              <a:buFont typeface="Wingdings" panose="05000000000000000000" pitchFamily="2" charset="2"/>
              <a:buChar char="q"/>
            </a:pPr>
            <a:r>
              <a:rPr lang="en-IN" sz="5600" kern="100" dirty="0" err="1">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Monitor:Standard</a:t>
            </a:r>
            <a:r>
              <a:rPr lang="en-IN" sz="5600"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 </a:t>
            </a:r>
            <a:r>
              <a:rPr lang="en-IN" sz="5600" kern="100" dirty="0" err="1">
                <a:solidFill>
                  <a:srgbClr val="000000"/>
                </a:solidFill>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C</a:t>
            </a:r>
            <a:r>
              <a:rPr lang="en-IN" sz="5600" kern="100" dirty="0" err="1">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olor</a:t>
            </a:r>
            <a:r>
              <a:rPr lang="en-IN" sz="5600"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 Monitor</a:t>
            </a:r>
            <a:r>
              <a:rPr lang="en-IN" sz="5600" b="1" dirty="0">
                <a:solidFill>
                  <a:schemeClr val="bg1"/>
                </a:solidFill>
                <a:latin typeface="Palatino Linotype" panose="02040502050505030304" pitchFamily="18" charset="0"/>
              </a:rPr>
              <a:t> </a:t>
            </a:r>
          </a:p>
          <a:p>
            <a:pPr marL="438150" marR="718820" indent="-6350" algn="l">
              <a:lnSpc>
                <a:spcPct val="107000"/>
              </a:lnSpc>
              <a:spcAft>
                <a:spcPts val="1340"/>
              </a:spcAft>
            </a:pPr>
            <a:r>
              <a:rPr lang="en-IN" sz="7200" u="none" strike="noStrike" kern="100" dirty="0">
                <a:solidFill>
                  <a:srgbClr val="000000"/>
                </a:solidFill>
                <a:effectLst/>
                <a:uFill>
                  <a:solidFill>
                    <a:srgbClr val="000000"/>
                  </a:solidFill>
                </a:uFill>
                <a:latin typeface="Palatino Linotype" panose="02040502050505030304" pitchFamily="18" charset="0"/>
                <a:ea typeface="Arial" panose="020B0604020202020204" pitchFamily="34" charset="0"/>
                <a:cs typeface="Arial" panose="020B0604020202020204" pitchFamily="34" charset="0"/>
              </a:rPr>
              <a:t> </a:t>
            </a:r>
          </a:p>
          <a:p>
            <a:pPr marL="431800" marR="718820" indent="-6350" algn="l">
              <a:lnSpc>
                <a:spcPct val="107000"/>
              </a:lnSpc>
              <a:spcAft>
                <a:spcPts val="770"/>
              </a:spcAft>
            </a:pPr>
            <a:r>
              <a:rPr lang="en-IN" sz="1800" b="1"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p>
          <a:p>
            <a:pPr marL="431800" marR="718820" indent="-6350" algn="l">
              <a:lnSpc>
                <a:spcPct val="107000"/>
              </a:lnSpc>
              <a:spcAft>
                <a:spcPts val="770"/>
              </a:spcAft>
            </a:pPr>
            <a:r>
              <a:rPr lang="en-IN" sz="1800" b="1"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p>
          <a:p>
            <a:pPr marR="714375" lvl="0" algn="just" fontAlgn="base">
              <a:lnSpc>
                <a:spcPct val="103000"/>
              </a:lnSpc>
              <a:spcAft>
                <a:spcPts val="1235"/>
              </a:spcAft>
              <a:buClr>
                <a:srgbClr val="000000"/>
              </a:buClr>
              <a:buSzPts val="1200"/>
            </a:pPr>
            <a:r>
              <a:rPr lang="en-IN" sz="27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endParaRPr lang="en-IN" sz="2700" b="1"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2391753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D659C-21BD-9FC1-9EEA-0F93C8F670BB}"/>
              </a:ext>
            </a:extLst>
          </p:cNvPr>
          <p:cNvSpPr>
            <a:spLocks noGrp="1"/>
          </p:cNvSpPr>
          <p:nvPr>
            <p:ph type="ctrTitle"/>
          </p:nvPr>
        </p:nvSpPr>
        <p:spPr>
          <a:xfrm>
            <a:off x="1482437" y="249381"/>
            <a:ext cx="9227128" cy="6109855"/>
          </a:xfrm>
        </p:spPr>
        <p:txBody>
          <a:bodyPr/>
          <a:lstStyle/>
          <a:p>
            <a:r>
              <a:rPr lang="en-IN" dirty="0"/>
              <a:t> </a:t>
            </a:r>
          </a:p>
        </p:txBody>
      </p:sp>
      <p:sp>
        <p:nvSpPr>
          <p:cNvPr id="3" name="Subtitle 2">
            <a:extLst>
              <a:ext uri="{FF2B5EF4-FFF2-40B4-BE49-F238E27FC236}">
                <a16:creationId xmlns:a16="http://schemas.microsoft.com/office/drawing/2014/main" id="{5FC54A80-6542-DC6A-5BE6-26AB2338550A}"/>
              </a:ext>
            </a:extLst>
          </p:cNvPr>
          <p:cNvSpPr>
            <a:spLocks noGrp="1"/>
          </p:cNvSpPr>
          <p:nvPr>
            <p:ph type="subTitle" idx="1"/>
          </p:nvPr>
        </p:nvSpPr>
        <p:spPr>
          <a:xfrm>
            <a:off x="2008910" y="498764"/>
            <a:ext cx="8520546" cy="5846618"/>
          </a:xfrm>
        </p:spPr>
        <p:txBody>
          <a:bodyPr>
            <a:normAutofit/>
          </a:bodyPr>
          <a:lstStyle/>
          <a:p>
            <a:r>
              <a:rPr lang="en-IN" sz="2500" dirty="0">
                <a:solidFill>
                  <a:schemeClr val="tx1"/>
                </a:solidFill>
                <a:latin typeface="Palatino Linotype" panose="02040502050505030304" pitchFamily="18" charset="0"/>
              </a:rPr>
              <a:t>Data Dictionary</a:t>
            </a: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a:p>
            <a:endParaRPr lang="en-IN" sz="2500" dirty="0">
              <a:solidFill>
                <a:schemeClr val="bg1"/>
              </a:solidFill>
              <a:latin typeface="Palatino Linotype" panose="02040502050505030304" pitchFamily="18" charset="0"/>
            </a:endParaRPr>
          </a:p>
        </p:txBody>
      </p:sp>
      <p:pic>
        <p:nvPicPr>
          <p:cNvPr id="12" name="Picture 11">
            <a:extLst>
              <a:ext uri="{FF2B5EF4-FFF2-40B4-BE49-F238E27FC236}">
                <a16:creationId xmlns:a16="http://schemas.microsoft.com/office/drawing/2014/main" id="{1AB63E9B-48B4-1036-FE2F-2B5DB2003650}"/>
              </a:ext>
            </a:extLst>
          </p:cNvPr>
          <p:cNvPicPr>
            <a:picLocks noChangeAspect="1"/>
          </p:cNvPicPr>
          <p:nvPr/>
        </p:nvPicPr>
        <p:blipFill rotWithShape="1">
          <a:blip r:embed="rId2"/>
          <a:srcRect l="18462" t="1508" r="21535" b="7883"/>
          <a:stretch/>
        </p:blipFill>
        <p:spPr>
          <a:xfrm>
            <a:off x="2008910" y="1039090"/>
            <a:ext cx="8312726" cy="5306291"/>
          </a:xfrm>
          <a:prstGeom prst="rect">
            <a:avLst/>
          </a:prstGeom>
        </p:spPr>
      </p:pic>
    </p:spTree>
    <p:extLst>
      <p:ext uri="{BB962C8B-B14F-4D97-AF65-F5344CB8AC3E}">
        <p14:creationId xmlns:p14="http://schemas.microsoft.com/office/powerpoint/2010/main" val="2409316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64447-7A70-E7D1-3500-D7558AFBC552}"/>
              </a:ext>
            </a:extLst>
          </p:cNvPr>
          <p:cNvSpPr>
            <a:spLocks noGrp="1"/>
          </p:cNvSpPr>
          <p:nvPr>
            <p:ph type="ctrTitle"/>
          </p:nvPr>
        </p:nvSpPr>
        <p:spPr>
          <a:xfrm>
            <a:off x="1600200" y="344578"/>
            <a:ext cx="8991600" cy="6165272"/>
          </a:xfrm>
        </p:spPr>
        <p:txBody>
          <a:bodyPr/>
          <a:lstStyle/>
          <a:p>
            <a:r>
              <a:rPr lang="en-IN" dirty="0"/>
              <a:t> </a:t>
            </a:r>
          </a:p>
        </p:txBody>
      </p:sp>
      <p:sp>
        <p:nvSpPr>
          <p:cNvPr id="3" name="Subtitle 2">
            <a:extLst>
              <a:ext uri="{FF2B5EF4-FFF2-40B4-BE49-F238E27FC236}">
                <a16:creationId xmlns:a16="http://schemas.microsoft.com/office/drawing/2014/main" id="{074FF21D-C8DA-11BB-B563-3044B5432D30}"/>
              </a:ext>
            </a:extLst>
          </p:cNvPr>
          <p:cNvSpPr>
            <a:spLocks noGrp="1"/>
          </p:cNvSpPr>
          <p:nvPr>
            <p:ph type="subTitle" idx="1"/>
          </p:nvPr>
        </p:nvSpPr>
        <p:spPr>
          <a:xfrm>
            <a:off x="2695194" y="1039091"/>
            <a:ext cx="6801612" cy="4553347"/>
          </a:xfrm>
        </p:spPr>
        <p:txBody>
          <a:bodyPr>
            <a:normAutofit/>
          </a:bodyPr>
          <a:lstStyle/>
          <a:p>
            <a:r>
              <a:rPr lang="en-IN" sz="2500" b="1" dirty="0">
                <a:solidFill>
                  <a:schemeClr val="tx1"/>
                </a:solidFill>
                <a:latin typeface="Palatino Linotype" panose="02040502050505030304" pitchFamily="18" charset="0"/>
              </a:rPr>
              <a:t>System Diagram</a:t>
            </a:r>
          </a:p>
        </p:txBody>
      </p:sp>
      <p:pic>
        <p:nvPicPr>
          <p:cNvPr id="5" name="Picture 4">
            <a:extLst>
              <a:ext uri="{FF2B5EF4-FFF2-40B4-BE49-F238E27FC236}">
                <a16:creationId xmlns:a16="http://schemas.microsoft.com/office/drawing/2014/main" id="{67A29A47-B76B-2FD4-C90C-6C060CF410EF}"/>
              </a:ext>
            </a:extLst>
          </p:cNvPr>
          <p:cNvPicPr>
            <a:picLocks noChangeAspect="1"/>
          </p:cNvPicPr>
          <p:nvPr/>
        </p:nvPicPr>
        <p:blipFill rotWithShape="1">
          <a:blip r:embed="rId2"/>
          <a:srcRect l="24064" t="10137" r="22282" b="13901"/>
          <a:stretch/>
        </p:blipFill>
        <p:spPr>
          <a:xfrm>
            <a:off x="2695194" y="1607574"/>
            <a:ext cx="7044551" cy="4665524"/>
          </a:xfrm>
          <a:prstGeom prst="rect">
            <a:avLst/>
          </a:prstGeom>
        </p:spPr>
      </p:pic>
    </p:spTree>
    <p:extLst>
      <p:ext uri="{BB962C8B-B14F-4D97-AF65-F5344CB8AC3E}">
        <p14:creationId xmlns:p14="http://schemas.microsoft.com/office/powerpoint/2010/main" val="29107225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95EA99-2312-C395-E3CF-CC5C4BCDF416}"/>
              </a:ext>
            </a:extLst>
          </p:cNvPr>
          <p:cNvSpPr>
            <a:spLocks noGrp="1"/>
          </p:cNvSpPr>
          <p:nvPr>
            <p:ph type="ctrTitle"/>
          </p:nvPr>
        </p:nvSpPr>
        <p:spPr>
          <a:xfrm>
            <a:off x="1288473" y="415635"/>
            <a:ext cx="9504218" cy="5832765"/>
          </a:xfrm>
        </p:spPr>
        <p:txBody>
          <a:bodyPr/>
          <a:lstStyle/>
          <a:p>
            <a:r>
              <a:rPr lang="en-IN" dirty="0"/>
              <a:t> </a:t>
            </a:r>
          </a:p>
        </p:txBody>
      </p:sp>
      <p:sp>
        <p:nvSpPr>
          <p:cNvPr id="3" name="Subtitle 2">
            <a:extLst>
              <a:ext uri="{FF2B5EF4-FFF2-40B4-BE49-F238E27FC236}">
                <a16:creationId xmlns:a16="http://schemas.microsoft.com/office/drawing/2014/main" id="{2796170A-E41C-6AA2-6A7E-352B18F4508A}"/>
              </a:ext>
            </a:extLst>
          </p:cNvPr>
          <p:cNvSpPr>
            <a:spLocks noGrp="1"/>
          </p:cNvSpPr>
          <p:nvPr>
            <p:ph type="subTitle" idx="1"/>
          </p:nvPr>
        </p:nvSpPr>
        <p:spPr>
          <a:xfrm>
            <a:off x="2272145" y="1163782"/>
            <a:ext cx="7224661" cy="4428656"/>
          </a:xfrm>
        </p:spPr>
        <p:txBody>
          <a:bodyPr/>
          <a:lstStyle/>
          <a:p>
            <a:endParaRPr lang="en-IN" dirty="0">
              <a:solidFill>
                <a:schemeClr val="bg1"/>
              </a:solidFill>
            </a:endParaRPr>
          </a:p>
        </p:txBody>
      </p:sp>
      <p:pic>
        <p:nvPicPr>
          <p:cNvPr id="5" name="Picture 4">
            <a:extLst>
              <a:ext uri="{FF2B5EF4-FFF2-40B4-BE49-F238E27FC236}">
                <a16:creationId xmlns:a16="http://schemas.microsoft.com/office/drawing/2014/main" id="{2F06E5D0-DFA5-9886-07DC-1190953C1EF3}"/>
              </a:ext>
            </a:extLst>
          </p:cNvPr>
          <p:cNvPicPr>
            <a:picLocks noChangeAspect="1"/>
          </p:cNvPicPr>
          <p:nvPr/>
        </p:nvPicPr>
        <p:blipFill rotWithShape="1">
          <a:blip r:embed="rId2"/>
          <a:srcRect l="10567" t="6040" r="51024" b="7453"/>
          <a:stretch/>
        </p:blipFill>
        <p:spPr>
          <a:xfrm>
            <a:off x="1510145" y="983673"/>
            <a:ext cx="8963891" cy="5070763"/>
          </a:xfrm>
          <a:prstGeom prst="rect">
            <a:avLst/>
          </a:prstGeom>
        </p:spPr>
      </p:pic>
    </p:spTree>
    <p:extLst>
      <p:ext uri="{BB962C8B-B14F-4D97-AF65-F5344CB8AC3E}">
        <p14:creationId xmlns:p14="http://schemas.microsoft.com/office/powerpoint/2010/main" val="32243353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879804-F66B-0383-133A-84F9B6213C9D}"/>
              </a:ext>
            </a:extLst>
          </p:cNvPr>
          <p:cNvSpPr>
            <a:spLocks noGrp="1"/>
          </p:cNvSpPr>
          <p:nvPr>
            <p:ph type="ctrTitle"/>
          </p:nvPr>
        </p:nvSpPr>
        <p:spPr>
          <a:xfrm>
            <a:off x="1274618" y="277092"/>
            <a:ext cx="9587346" cy="6248400"/>
          </a:xfrm>
        </p:spPr>
        <p:txBody>
          <a:bodyPr/>
          <a:lstStyle/>
          <a:p>
            <a:r>
              <a:rPr lang="en-IN" dirty="0"/>
              <a:t> </a:t>
            </a:r>
          </a:p>
        </p:txBody>
      </p:sp>
      <p:sp>
        <p:nvSpPr>
          <p:cNvPr id="3" name="Subtitle 2">
            <a:extLst>
              <a:ext uri="{FF2B5EF4-FFF2-40B4-BE49-F238E27FC236}">
                <a16:creationId xmlns:a16="http://schemas.microsoft.com/office/drawing/2014/main" id="{D3194EBA-D983-D35D-A967-B37C6C1D6F12}"/>
              </a:ext>
            </a:extLst>
          </p:cNvPr>
          <p:cNvSpPr>
            <a:spLocks noGrp="1"/>
          </p:cNvSpPr>
          <p:nvPr>
            <p:ph type="subTitle" idx="1"/>
          </p:nvPr>
        </p:nvSpPr>
        <p:spPr>
          <a:xfrm>
            <a:off x="1898073" y="817417"/>
            <a:ext cx="8478982" cy="5209309"/>
          </a:xfrm>
        </p:spPr>
        <p:txBody>
          <a:bodyPr/>
          <a:lstStyle/>
          <a:p>
            <a:endParaRPr lang="en-IN" dirty="0"/>
          </a:p>
        </p:txBody>
      </p:sp>
      <p:pic>
        <p:nvPicPr>
          <p:cNvPr id="5" name="Picture 4">
            <a:extLst>
              <a:ext uri="{FF2B5EF4-FFF2-40B4-BE49-F238E27FC236}">
                <a16:creationId xmlns:a16="http://schemas.microsoft.com/office/drawing/2014/main" id="{B955A1BD-1CC7-93F3-3890-8874F1E55FFD}"/>
              </a:ext>
            </a:extLst>
          </p:cNvPr>
          <p:cNvPicPr>
            <a:picLocks noChangeAspect="1"/>
          </p:cNvPicPr>
          <p:nvPr/>
        </p:nvPicPr>
        <p:blipFill rotWithShape="1">
          <a:blip r:embed="rId2"/>
          <a:srcRect l="48409" t="2198" r="8924" b="10842"/>
          <a:stretch/>
        </p:blipFill>
        <p:spPr>
          <a:xfrm>
            <a:off x="1898073" y="540327"/>
            <a:ext cx="8714509" cy="5888181"/>
          </a:xfrm>
          <a:prstGeom prst="rect">
            <a:avLst/>
          </a:prstGeom>
        </p:spPr>
      </p:pic>
    </p:spTree>
    <p:extLst>
      <p:ext uri="{BB962C8B-B14F-4D97-AF65-F5344CB8AC3E}">
        <p14:creationId xmlns:p14="http://schemas.microsoft.com/office/powerpoint/2010/main" val="34148713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5046F-4574-06AE-F4C8-C7F90306A734}"/>
              </a:ext>
            </a:extLst>
          </p:cNvPr>
          <p:cNvSpPr>
            <a:spLocks noGrp="1"/>
          </p:cNvSpPr>
          <p:nvPr>
            <p:ph type="ctrTitle"/>
          </p:nvPr>
        </p:nvSpPr>
        <p:spPr>
          <a:xfrm>
            <a:off x="942109" y="193964"/>
            <a:ext cx="10280073" cy="6179126"/>
          </a:xfrm>
        </p:spPr>
        <p:txBody>
          <a:bodyPr/>
          <a:lstStyle/>
          <a:p>
            <a:r>
              <a:rPr lang="en-IN" dirty="0"/>
              <a:t> </a:t>
            </a:r>
          </a:p>
        </p:txBody>
      </p:sp>
      <p:sp>
        <p:nvSpPr>
          <p:cNvPr id="3" name="Subtitle 2">
            <a:extLst>
              <a:ext uri="{FF2B5EF4-FFF2-40B4-BE49-F238E27FC236}">
                <a16:creationId xmlns:a16="http://schemas.microsoft.com/office/drawing/2014/main" id="{19890BAE-690B-00C4-A587-BF9648EEB3AB}"/>
              </a:ext>
            </a:extLst>
          </p:cNvPr>
          <p:cNvSpPr>
            <a:spLocks noGrp="1"/>
          </p:cNvSpPr>
          <p:nvPr>
            <p:ph type="subTitle" idx="1"/>
          </p:nvPr>
        </p:nvSpPr>
        <p:spPr>
          <a:xfrm>
            <a:off x="1870364" y="983673"/>
            <a:ext cx="9005454" cy="5403272"/>
          </a:xfrm>
        </p:spPr>
        <p:txBody>
          <a:bodyPr/>
          <a:lstStyle/>
          <a:p>
            <a:endParaRPr lang="en-IN" dirty="0"/>
          </a:p>
        </p:txBody>
      </p:sp>
      <p:pic>
        <p:nvPicPr>
          <p:cNvPr id="5" name="Picture 4">
            <a:extLst>
              <a:ext uri="{FF2B5EF4-FFF2-40B4-BE49-F238E27FC236}">
                <a16:creationId xmlns:a16="http://schemas.microsoft.com/office/drawing/2014/main" id="{6E560741-271F-AA53-D4AA-6943BB132FD1}"/>
              </a:ext>
            </a:extLst>
          </p:cNvPr>
          <p:cNvPicPr>
            <a:picLocks noChangeAspect="1"/>
          </p:cNvPicPr>
          <p:nvPr/>
        </p:nvPicPr>
        <p:blipFill rotWithShape="1">
          <a:blip r:embed="rId2"/>
          <a:srcRect l="8864" t="3007" r="51818" b="17560"/>
          <a:stretch/>
        </p:blipFill>
        <p:spPr>
          <a:xfrm>
            <a:off x="1773382" y="443346"/>
            <a:ext cx="9005454" cy="5430982"/>
          </a:xfrm>
          <a:prstGeom prst="rect">
            <a:avLst/>
          </a:prstGeom>
        </p:spPr>
      </p:pic>
    </p:spTree>
    <p:extLst>
      <p:ext uri="{BB962C8B-B14F-4D97-AF65-F5344CB8AC3E}">
        <p14:creationId xmlns:p14="http://schemas.microsoft.com/office/powerpoint/2010/main" val="8743457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B5D2B-8E6D-47D3-FC1A-81EC30CE900E}"/>
              </a:ext>
            </a:extLst>
          </p:cNvPr>
          <p:cNvSpPr>
            <a:spLocks noGrp="1"/>
          </p:cNvSpPr>
          <p:nvPr>
            <p:ph type="ctrTitle"/>
          </p:nvPr>
        </p:nvSpPr>
        <p:spPr>
          <a:xfrm>
            <a:off x="817418" y="360218"/>
            <a:ext cx="10806546" cy="6137564"/>
          </a:xfrm>
        </p:spPr>
        <p:txBody>
          <a:bodyPr/>
          <a:lstStyle/>
          <a:p>
            <a:r>
              <a:rPr lang="en-IN" dirty="0"/>
              <a:t> </a:t>
            </a:r>
          </a:p>
        </p:txBody>
      </p:sp>
      <p:sp>
        <p:nvSpPr>
          <p:cNvPr id="3" name="Subtitle 2">
            <a:extLst>
              <a:ext uri="{FF2B5EF4-FFF2-40B4-BE49-F238E27FC236}">
                <a16:creationId xmlns:a16="http://schemas.microsoft.com/office/drawing/2014/main" id="{C1FF8571-F7BF-3EEC-C309-F47191FCDF8D}"/>
              </a:ext>
            </a:extLst>
          </p:cNvPr>
          <p:cNvSpPr>
            <a:spLocks noGrp="1"/>
          </p:cNvSpPr>
          <p:nvPr>
            <p:ph type="subTitle" idx="1"/>
          </p:nvPr>
        </p:nvSpPr>
        <p:spPr>
          <a:xfrm>
            <a:off x="1482435" y="775855"/>
            <a:ext cx="9767455" cy="5472545"/>
          </a:xfrm>
        </p:spPr>
        <p:txBody>
          <a:bodyPr>
            <a:normAutofit/>
          </a:bodyPr>
          <a:lstStyle/>
          <a:p>
            <a:r>
              <a:rPr lang="en-IN" sz="2500" b="1" dirty="0">
                <a:solidFill>
                  <a:schemeClr val="tx1"/>
                </a:solidFill>
                <a:latin typeface="Palatino Linotype" panose="02040502050505030304" pitchFamily="18" charset="0"/>
              </a:rPr>
              <a:t>Screen</a:t>
            </a:r>
          </a:p>
          <a:p>
            <a:endParaRPr lang="en-IN" sz="2500" b="1" dirty="0">
              <a:solidFill>
                <a:schemeClr val="tx1"/>
              </a:solidFill>
              <a:latin typeface="Palatino Linotype" panose="02040502050505030304" pitchFamily="18" charset="0"/>
            </a:endParaRPr>
          </a:p>
        </p:txBody>
      </p:sp>
      <p:pic>
        <p:nvPicPr>
          <p:cNvPr id="5" name="Picture 4">
            <a:extLst>
              <a:ext uri="{FF2B5EF4-FFF2-40B4-BE49-F238E27FC236}">
                <a16:creationId xmlns:a16="http://schemas.microsoft.com/office/drawing/2014/main" id="{7E781AC0-6BCB-D7A4-13DC-A2E88863322A}"/>
              </a:ext>
            </a:extLst>
          </p:cNvPr>
          <p:cNvPicPr>
            <a:picLocks noChangeAspect="1"/>
          </p:cNvPicPr>
          <p:nvPr/>
        </p:nvPicPr>
        <p:blipFill>
          <a:blip r:embed="rId2"/>
          <a:stretch>
            <a:fillRect/>
          </a:stretch>
        </p:blipFill>
        <p:spPr>
          <a:xfrm>
            <a:off x="817419" y="1288473"/>
            <a:ext cx="10806546" cy="4832847"/>
          </a:xfrm>
          <a:prstGeom prst="rect">
            <a:avLst/>
          </a:prstGeom>
        </p:spPr>
      </p:pic>
    </p:spTree>
    <p:extLst>
      <p:ext uri="{BB962C8B-B14F-4D97-AF65-F5344CB8AC3E}">
        <p14:creationId xmlns:p14="http://schemas.microsoft.com/office/powerpoint/2010/main" val="30619537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CF8C2C-C3B8-6201-258B-CE9DF60C6258}"/>
              </a:ext>
            </a:extLst>
          </p:cNvPr>
          <p:cNvSpPr>
            <a:spLocks noGrp="1"/>
          </p:cNvSpPr>
          <p:nvPr>
            <p:ph type="ctrTitle"/>
          </p:nvPr>
        </p:nvSpPr>
        <p:spPr>
          <a:xfrm>
            <a:off x="623455" y="374073"/>
            <a:ext cx="11222181" cy="6220691"/>
          </a:xfrm>
        </p:spPr>
        <p:txBody>
          <a:bodyPr/>
          <a:lstStyle/>
          <a:p>
            <a:r>
              <a:rPr lang="en-IN" dirty="0"/>
              <a:t> </a:t>
            </a:r>
          </a:p>
        </p:txBody>
      </p:sp>
      <p:sp>
        <p:nvSpPr>
          <p:cNvPr id="3" name="Subtitle 2">
            <a:extLst>
              <a:ext uri="{FF2B5EF4-FFF2-40B4-BE49-F238E27FC236}">
                <a16:creationId xmlns:a16="http://schemas.microsoft.com/office/drawing/2014/main" id="{E74B3ABA-17D1-09EB-A149-CCB96886C136}"/>
              </a:ext>
            </a:extLst>
          </p:cNvPr>
          <p:cNvSpPr>
            <a:spLocks noGrp="1"/>
          </p:cNvSpPr>
          <p:nvPr>
            <p:ph type="subTitle" idx="1"/>
          </p:nvPr>
        </p:nvSpPr>
        <p:spPr>
          <a:xfrm>
            <a:off x="1260763" y="914399"/>
            <a:ext cx="10141527" cy="5195455"/>
          </a:xfrm>
        </p:spPr>
        <p:txBody>
          <a:bodyPr/>
          <a:lstStyle/>
          <a:p>
            <a:endParaRPr lang="en-IN" dirty="0"/>
          </a:p>
        </p:txBody>
      </p:sp>
      <p:pic>
        <p:nvPicPr>
          <p:cNvPr id="4" name="Picture 3">
            <a:extLst>
              <a:ext uri="{FF2B5EF4-FFF2-40B4-BE49-F238E27FC236}">
                <a16:creationId xmlns:a16="http://schemas.microsoft.com/office/drawing/2014/main" id="{605EA4AE-58FA-8818-5216-F0CEA4399131}"/>
              </a:ext>
            </a:extLst>
          </p:cNvPr>
          <p:cNvPicPr/>
          <p:nvPr/>
        </p:nvPicPr>
        <p:blipFill>
          <a:blip r:embed="rId2"/>
          <a:stretch>
            <a:fillRect/>
          </a:stretch>
        </p:blipFill>
        <p:spPr>
          <a:xfrm>
            <a:off x="1122218" y="914400"/>
            <a:ext cx="10446327" cy="5195454"/>
          </a:xfrm>
          <a:prstGeom prst="rect">
            <a:avLst/>
          </a:prstGeom>
        </p:spPr>
      </p:pic>
    </p:spTree>
    <p:extLst>
      <p:ext uri="{BB962C8B-B14F-4D97-AF65-F5344CB8AC3E}">
        <p14:creationId xmlns:p14="http://schemas.microsoft.com/office/powerpoint/2010/main" val="1439361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44B9E-3356-5874-D16A-EC150CE5994F}"/>
              </a:ext>
            </a:extLst>
          </p:cNvPr>
          <p:cNvSpPr>
            <a:spLocks noGrp="1"/>
          </p:cNvSpPr>
          <p:nvPr>
            <p:ph type="ctrTitle"/>
          </p:nvPr>
        </p:nvSpPr>
        <p:spPr>
          <a:xfrm>
            <a:off x="498763" y="415635"/>
            <a:ext cx="11526981" cy="6123709"/>
          </a:xfrm>
        </p:spPr>
        <p:txBody>
          <a:bodyPr/>
          <a:lstStyle/>
          <a:p>
            <a:endParaRPr lang="en-IN" dirty="0"/>
          </a:p>
        </p:txBody>
      </p:sp>
      <p:sp>
        <p:nvSpPr>
          <p:cNvPr id="3" name="Subtitle 2">
            <a:extLst>
              <a:ext uri="{FF2B5EF4-FFF2-40B4-BE49-F238E27FC236}">
                <a16:creationId xmlns:a16="http://schemas.microsoft.com/office/drawing/2014/main" id="{0A95977E-1207-2D6C-B8F0-098C836CFAC8}"/>
              </a:ext>
            </a:extLst>
          </p:cNvPr>
          <p:cNvSpPr>
            <a:spLocks noGrp="1"/>
          </p:cNvSpPr>
          <p:nvPr>
            <p:ph type="subTitle" idx="1"/>
          </p:nvPr>
        </p:nvSpPr>
        <p:spPr>
          <a:xfrm>
            <a:off x="969819" y="803563"/>
            <a:ext cx="10889672" cy="5417127"/>
          </a:xfrm>
        </p:spPr>
        <p:txBody>
          <a:bodyPr/>
          <a:lstStyle/>
          <a:p>
            <a:endParaRPr lang="en-IN" dirty="0"/>
          </a:p>
        </p:txBody>
      </p:sp>
      <p:pic>
        <p:nvPicPr>
          <p:cNvPr id="4" name="Picture 3">
            <a:extLst>
              <a:ext uri="{FF2B5EF4-FFF2-40B4-BE49-F238E27FC236}">
                <a16:creationId xmlns:a16="http://schemas.microsoft.com/office/drawing/2014/main" id="{F65F6B48-9AF3-1CB4-663E-C54A61680750}"/>
              </a:ext>
            </a:extLst>
          </p:cNvPr>
          <p:cNvPicPr/>
          <p:nvPr/>
        </p:nvPicPr>
        <p:blipFill>
          <a:blip r:embed="rId2"/>
          <a:stretch>
            <a:fillRect/>
          </a:stretch>
        </p:blipFill>
        <p:spPr>
          <a:xfrm>
            <a:off x="803567" y="637310"/>
            <a:ext cx="11055924" cy="5583380"/>
          </a:xfrm>
          <a:prstGeom prst="rect">
            <a:avLst/>
          </a:prstGeom>
        </p:spPr>
      </p:pic>
    </p:spTree>
    <p:extLst>
      <p:ext uri="{BB962C8B-B14F-4D97-AF65-F5344CB8AC3E}">
        <p14:creationId xmlns:p14="http://schemas.microsoft.com/office/powerpoint/2010/main" val="131913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65CE-19D0-3624-B944-FBE4473BDF0D}"/>
              </a:ext>
            </a:extLst>
          </p:cNvPr>
          <p:cNvSpPr>
            <a:spLocks noGrp="1"/>
          </p:cNvSpPr>
          <p:nvPr>
            <p:ph type="ctrTitle"/>
          </p:nvPr>
        </p:nvSpPr>
        <p:spPr>
          <a:xfrm>
            <a:off x="443345" y="387927"/>
            <a:ext cx="11333019" cy="5915891"/>
          </a:xfrm>
        </p:spPr>
        <p:txBody>
          <a:bodyPr/>
          <a:lstStyle/>
          <a:p>
            <a:endParaRPr lang="en-IN" dirty="0"/>
          </a:p>
        </p:txBody>
      </p:sp>
      <p:sp>
        <p:nvSpPr>
          <p:cNvPr id="3" name="Subtitle 2">
            <a:extLst>
              <a:ext uri="{FF2B5EF4-FFF2-40B4-BE49-F238E27FC236}">
                <a16:creationId xmlns:a16="http://schemas.microsoft.com/office/drawing/2014/main" id="{889EE742-6F68-0714-E6DA-91E164F99663}"/>
              </a:ext>
            </a:extLst>
          </p:cNvPr>
          <p:cNvSpPr>
            <a:spLocks noGrp="1"/>
          </p:cNvSpPr>
          <p:nvPr>
            <p:ph type="subTitle" idx="1"/>
          </p:nvPr>
        </p:nvSpPr>
        <p:spPr>
          <a:xfrm>
            <a:off x="1039091" y="845127"/>
            <a:ext cx="10335491" cy="5015346"/>
          </a:xfrm>
        </p:spPr>
        <p:txBody>
          <a:bodyPr/>
          <a:lstStyle/>
          <a:p>
            <a:endParaRPr lang="en-IN" dirty="0"/>
          </a:p>
        </p:txBody>
      </p:sp>
      <p:pic>
        <p:nvPicPr>
          <p:cNvPr id="4" name="Picture 3">
            <a:extLst>
              <a:ext uri="{FF2B5EF4-FFF2-40B4-BE49-F238E27FC236}">
                <a16:creationId xmlns:a16="http://schemas.microsoft.com/office/drawing/2014/main" id="{9B20E14C-3A74-9127-A93A-93D0054B765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78873" y="545282"/>
            <a:ext cx="10889672" cy="5467591"/>
          </a:xfrm>
          <a:prstGeom prst="rect">
            <a:avLst/>
          </a:prstGeom>
          <a:noFill/>
          <a:ln>
            <a:noFill/>
          </a:ln>
        </p:spPr>
      </p:pic>
    </p:spTree>
    <p:extLst>
      <p:ext uri="{BB962C8B-B14F-4D97-AF65-F5344CB8AC3E}">
        <p14:creationId xmlns:p14="http://schemas.microsoft.com/office/powerpoint/2010/main" val="39036972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4AFBD2B-A343-826F-9751-CF95710A460C}"/>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094905" y="1316181"/>
            <a:ext cx="9570622" cy="4821383"/>
          </a:xfrm>
          <a:prstGeom prst="rect">
            <a:avLst/>
          </a:prstGeom>
          <a:noFill/>
          <a:ln>
            <a:noFill/>
          </a:ln>
        </p:spPr>
      </p:pic>
    </p:spTree>
    <p:extLst>
      <p:ext uri="{BB962C8B-B14F-4D97-AF65-F5344CB8AC3E}">
        <p14:creationId xmlns:p14="http://schemas.microsoft.com/office/powerpoint/2010/main" val="3019155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E050E-CFEE-1975-B1B1-D7767F6F8E2A}"/>
              </a:ext>
            </a:extLst>
          </p:cNvPr>
          <p:cNvSpPr>
            <a:spLocks noGrp="1"/>
          </p:cNvSpPr>
          <p:nvPr>
            <p:ph type="ctrTitle"/>
          </p:nvPr>
        </p:nvSpPr>
        <p:spPr>
          <a:xfrm>
            <a:off x="637309" y="734293"/>
            <a:ext cx="11152909" cy="4475016"/>
          </a:xfrm>
        </p:spPr>
        <p:txBody>
          <a:bodyPr/>
          <a:lstStyle/>
          <a:p>
            <a:r>
              <a:rPr lang="en-IN" dirty="0"/>
              <a:t> </a:t>
            </a:r>
          </a:p>
        </p:txBody>
      </p:sp>
      <p:sp>
        <p:nvSpPr>
          <p:cNvPr id="3" name="Subtitle 2">
            <a:extLst>
              <a:ext uri="{FF2B5EF4-FFF2-40B4-BE49-F238E27FC236}">
                <a16:creationId xmlns:a16="http://schemas.microsoft.com/office/drawing/2014/main" id="{BACEEE06-7350-225C-D73B-3BB3AF0AA821}"/>
              </a:ext>
            </a:extLst>
          </p:cNvPr>
          <p:cNvSpPr>
            <a:spLocks noGrp="1"/>
          </p:cNvSpPr>
          <p:nvPr>
            <p:ph type="subTitle" idx="1"/>
          </p:nvPr>
        </p:nvSpPr>
        <p:spPr>
          <a:xfrm>
            <a:off x="858983" y="886699"/>
            <a:ext cx="10695708" cy="4696683"/>
          </a:xfrm>
        </p:spPr>
        <p:txBody>
          <a:bodyPr>
            <a:normAutofit fontScale="92500" lnSpcReduction="10000"/>
          </a:bodyPr>
          <a:lstStyle/>
          <a:p>
            <a:r>
              <a:rPr lang="en-IN" sz="2500" b="1" dirty="0">
                <a:solidFill>
                  <a:schemeClr val="tx1"/>
                </a:solidFill>
                <a:latin typeface="Palatino Linotype" panose="02040502050505030304" pitchFamily="18" charset="0"/>
              </a:rPr>
              <a:t>TESTING</a:t>
            </a:r>
          </a:p>
          <a:p>
            <a:pPr marL="422275" marR="699135" indent="361315" algn="l">
              <a:lnSpc>
                <a:spcPct val="100000"/>
              </a:lnSpc>
              <a:spcAft>
                <a:spcPts val="770"/>
              </a:spcAft>
            </a:pP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System testing of software or hardware is testing conducted on a complete, integrated system to evaluate the system's compliance with its specified requirements. System testing falls within the scope of black-box testing, and as such, should require no knowledge of the inner design of the code or logic. As a rule, system testing takes, as its input, all of the "integrated" software components that have passed integration testing and also the software system itself integrated with any applicable hardware system(s). The purpose of integration testing is to detect any inconsistencies between the software units that are integrated together (called assemblages) or between any of the assemblages and the hardware. System testing is a more limited type of testing: it seeks to detect defects both within the "inter-assemblages" and also within the system as a whole.   System testing is performed on the entire system in the context of a Functional   Requirement Specification(s) (FRS) and/or a System Requirement Specification (SRS). System testing tests not only the design, but also the behaviour and even the believed expectations of the customer. It is also intended to test up to and beyond the bounds defined in the software/hardware requirements specification(s).   </a:t>
            </a:r>
          </a:p>
          <a:p>
            <a:pPr marL="425450" marR="718820" indent="-6350" algn="l">
              <a:lnSpc>
                <a:spcPct val="107000"/>
              </a:lnSpc>
              <a:spcAft>
                <a:spcPts val="940"/>
              </a:spcAft>
            </a:pP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a:t>
            </a:r>
          </a:p>
          <a:p>
            <a:endParaRPr lang="en-IN" sz="2500" b="1"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13734187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E6464-D40B-3F52-4A75-1628EA4CC012}"/>
              </a:ext>
            </a:extLst>
          </p:cNvPr>
          <p:cNvSpPr>
            <a:spLocks noGrp="1"/>
          </p:cNvSpPr>
          <p:nvPr>
            <p:ph type="ctrTitle"/>
          </p:nvPr>
        </p:nvSpPr>
        <p:spPr>
          <a:xfrm>
            <a:off x="872836" y="1620981"/>
            <a:ext cx="10917382" cy="3740727"/>
          </a:xfrm>
        </p:spPr>
        <p:txBody>
          <a:bodyPr/>
          <a:lstStyle/>
          <a:p>
            <a:r>
              <a:rPr lang="en-IN" dirty="0"/>
              <a:t> </a:t>
            </a:r>
          </a:p>
        </p:txBody>
      </p:sp>
      <p:sp>
        <p:nvSpPr>
          <p:cNvPr id="3" name="Subtitle 2">
            <a:extLst>
              <a:ext uri="{FF2B5EF4-FFF2-40B4-BE49-F238E27FC236}">
                <a16:creationId xmlns:a16="http://schemas.microsoft.com/office/drawing/2014/main" id="{57F24A5C-4DD8-9682-E469-6FC34B60A05C}"/>
              </a:ext>
            </a:extLst>
          </p:cNvPr>
          <p:cNvSpPr>
            <a:spLocks noGrp="1"/>
          </p:cNvSpPr>
          <p:nvPr>
            <p:ph type="subTitle" idx="1"/>
          </p:nvPr>
        </p:nvSpPr>
        <p:spPr>
          <a:xfrm>
            <a:off x="1357748" y="1842653"/>
            <a:ext cx="9906000" cy="3311237"/>
          </a:xfrm>
        </p:spPr>
        <p:txBody>
          <a:bodyPr>
            <a:normAutofit/>
          </a:bodyPr>
          <a:lstStyle/>
          <a:p>
            <a:r>
              <a:rPr lang="en-IN" sz="2500" b="1" dirty="0">
                <a:solidFill>
                  <a:schemeClr val="tx1"/>
                </a:solidFill>
                <a:latin typeface="Palatino Linotype" panose="02040502050505030304" pitchFamily="18" charset="0"/>
              </a:rPr>
              <a:t>Future Plan</a:t>
            </a:r>
          </a:p>
          <a:p>
            <a:pPr marL="342900" indent="-342900">
              <a:buFont typeface="Wingdings" panose="05000000000000000000" pitchFamily="2" charset="2"/>
              <a:buChar char="q"/>
            </a:pPr>
            <a:endParaRPr lang="en-IN" sz="1900" u="none" strike="noStrike" kern="100" dirty="0">
              <a:solidFill>
                <a:srgbClr val="000000"/>
              </a:solidFill>
              <a:effectLst/>
              <a:uFill>
                <a:solidFill>
                  <a:srgbClr val="000000"/>
                </a:solidFill>
              </a:uFill>
              <a:latin typeface="Palatino Linotype" panose="02040502050505030304" pitchFamily="18" charset="0"/>
              <a:ea typeface="Calibri" panose="020F0502020204030204" pitchFamily="34" charset="0"/>
              <a:cs typeface="Calibri" panose="020F0502020204030204" pitchFamily="34" charset="0"/>
            </a:endParaRPr>
          </a:p>
          <a:p>
            <a:pPr marL="342900" indent="-342900" algn="just">
              <a:buFont typeface="Wingdings" panose="05000000000000000000" pitchFamily="2" charset="2"/>
              <a:buChar char="q"/>
            </a:pPr>
            <a:r>
              <a:rPr lang="en-IN" sz="1800" u="none" strike="noStrike" kern="100" dirty="0">
                <a:solidFill>
                  <a:srgbClr val="000000"/>
                </a:solidFill>
                <a:effectLst/>
                <a:uFill>
                  <a:solidFill>
                    <a:srgbClr val="000000"/>
                  </a:solidFill>
                </a:uFill>
                <a:latin typeface="Calibri" panose="020F0502020204030204" pitchFamily="34" charset="0"/>
                <a:ea typeface="Calibri" panose="020F0502020204030204" pitchFamily="34" charset="0"/>
                <a:cs typeface="Calibri" panose="020F0502020204030204" pitchFamily="34" charset="0"/>
              </a:rPr>
              <a:t>We will host the platform on online servers to make it accessible worldwide.</a:t>
            </a:r>
          </a:p>
          <a:p>
            <a:pPr marL="342900" indent="-342900" algn="just">
              <a:buFont typeface="Wingdings" panose="05000000000000000000" pitchFamily="2" charset="2"/>
              <a:buChar char="q"/>
            </a:pPr>
            <a:r>
              <a:rPr lang="en-IN" sz="1900" kern="100" dirty="0">
                <a:solidFill>
                  <a:srgbClr val="000000"/>
                </a:solidFill>
                <a:uFill>
                  <a:solidFill>
                    <a:srgbClr val="000000"/>
                  </a:solidFill>
                </a:uFill>
                <a:latin typeface="Palatino Linotype" panose="02040502050505030304" pitchFamily="18" charset="0"/>
                <a:ea typeface="Calibri" panose="020F0502020204030204" pitchFamily="34" charset="0"/>
                <a:cs typeface="Calibri" panose="020F0502020204030204" pitchFamily="34" charset="0"/>
              </a:rPr>
              <a:t>W</a:t>
            </a:r>
            <a:r>
              <a:rPr lang="en-IN" sz="1900" u="none" strike="noStrike" kern="100" dirty="0">
                <a:solidFill>
                  <a:srgbClr val="000000"/>
                </a:solidFill>
                <a:effectLst/>
                <a:uFill>
                  <a:solidFill>
                    <a:srgbClr val="000000"/>
                  </a:solidFill>
                </a:uFill>
                <a:latin typeface="Palatino Linotype" panose="02040502050505030304" pitchFamily="18" charset="0"/>
                <a:ea typeface="Calibri" panose="020F0502020204030204" pitchFamily="34" charset="0"/>
                <a:cs typeface="Calibri" panose="020F0502020204030204" pitchFamily="34" charset="0"/>
              </a:rPr>
              <a:t>e will add online payment options.</a:t>
            </a:r>
          </a:p>
          <a:p>
            <a:pPr marL="342900" indent="-342900" algn="just">
              <a:buFont typeface="Wingdings" panose="05000000000000000000" pitchFamily="2" charset="2"/>
              <a:buChar char="q"/>
            </a:pPr>
            <a:r>
              <a:rPr lang="en-IN" sz="19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We can improve the servers and we can add more services</a:t>
            </a:r>
          </a:p>
        </p:txBody>
      </p:sp>
    </p:spTree>
    <p:extLst>
      <p:ext uri="{BB962C8B-B14F-4D97-AF65-F5344CB8AC3E}">
        <p14:creationId xmlns:p14="http://schemas.microsoft.com/office/powerpoint/2010/main" val="10427084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B512C-F082-3B04-EEA6-60D7EEB38E76}"/>
              </a:ext>
            </a:extLst>
          </p:cNvPr>
          <p:cNvSpPr>
            <a:spLocks noGrp="1"/>
          </p:cNvSpPr>
          <p:nvPr>
            <p:ph type="ctrTitle"/>
          </p:nvPr>
        </p:nvSpPr>
        <p:spPr>
          <a:xfrm>
            <a:off x="845127" y="1330043"/>
            <a:ext cx="10931237" cy="4003963"/>
          </a:xfrm>
        </p:spPr>
        <p:txBody>
          <a:bodyPr/>
          <a:lstStyle/>
          <a:p>
            <a:r>
              <a:rPr lang="en-IN" dirty="0"/>
              <a:t> </a:t>
            </a:r>
          </a:p>
        </p:txBody>
      </p:sp>
      <p:sp>
        <p:nvSpPr>
          <p:cNvPr id="3" name="Subtitle 2">
            <a:extLst>
              <a:ext uri="{FF2B5EF4-FFF2-40B4-BE49-F238E27FC236}">
                <a16:creationId xmlns:a16="http://schemas.microsoft.com/office/drawing/2014/main" id="{8E2A0C18-064A-75D7-F584-401F346010E8}"/>
              </a:ext>
            </a:extLst>
          </p:cNvPr>
          <p:cNvSpPr>
            <a:spLocks noGrp="1"/>
          </p:cNvSpPr>
          <p:nvPr>
            <p:ph type="subTitle" idx="1"/>
          </p:nvPr>
        </p:nvSpPr>
        <p:spPr>
          <a:xfrm>
            <a:off x="1246909" y="1745673"/>
            <a:ext cx="10099964" cy="3325091"/>
          </a:xfrm>
        </p:spPr>
        <p:txBody>
          <a:bodyPr>
            <a:normAutofit/>
          </a:bodyPr>
          <a:lstStyle/>
          <a:p>
            <a:r>
              <a:rPr lang="en-IN" sz="2500" b="1" dirty="0">
                <a:solidFill>
                  <a:schemeClr val="tx1"/>
                </a:solidFill>
                <a:latin typeface="Palatino Linotype" panose="02040502050505030304" pitchFamily="18" charset="0"/>
              </a:rPr>
              <a:t>Conclusion</a:t>
            </a:r>
          </a:p>
          <a:p>
            <a:pPr marL="431800" marR="718820" indent="-6350" algn="just">
              <a:lnSpc>
                <a:spcPct val="103000"/>
              </a:lnSpc>
              <a:spcAft>
                <a:spcPts val="770"/>
              </a:spcAft>
            </a:pP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Our project is only a humble venture to satisfy the needs to manage their work. Several user friendly coding have also adopted. This package shall prove to be powerful package in satisfying all the requirements of the Online System For </a:t>
            </a:r>
            <a:r>
              <a:rPr lang="en-IN" sz="1800" kern="100" dirty="0" err="1">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Farm.The</a:t>
            </a: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objective of software planning is to provide a frame work that enables our team to make reasonable estimates made within a limited time frame at the beginning of the software project and should be updated regularly as the project </a:t>
            </a:r>
            <a:r>
              <a:rPr lang="en-IN" sz="1800" kern="100" dirty="0" err="1">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progress.So</a:t>
            </a:r>
            <a:r>
              <a:rPr lang="en-IN" sz="1800" kern="100" dirty="0">
                <a:solidFill>
                  <a:srgbClr val="000000"/>
                </a:solidFill>
                <a:effectLst/>
                <a:latin typeface="Palatino Linotype" panose="02040502050505030304" pitchFamily="18" charset="0"/>
                <a:ea typeface="Palatino Linotype" panose="02040502050505030304" pitchFamily="18" charset="0"/>
                <a:cs typeface="Palatino Linotype" panose="02040502050505030304" pitchFamily="18" charset="0"/>
              </a:rPr>
              <a:t> for getting result within the time limits. The project can be completed with proper planning.</a:t>
            </a:r>
          </a:p>
          <a:p>
            <a:endParaRPr lang="en-IN" sz="2500" b="1" dirty="0">
              <a:solidFill>
                <a:schemeClr val="bg1"/>
              </a:solidFill>
              <a:latin typeface="Palatino Linotype" panose="02040502050505030304" pitchFamily="18" charset="0"/>
            </a:endParaRPr>
          </a:p>
        </p:txBody>
      </p:sp>
    </p:spTree>
    <p:extLst>
      <p:ext uri="{BB962C8B-B14F-4D97-AF65-F5344CB8AC3E}">
        <p14:creationId xmlns:p14="http://schemas.microsoft.com/office/powerpoint/2010/main" val="740586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5358F-CD83-B54B-CCE5-20FA917C1065}"/>
              </a:ext>
            </a:extLst>
          </p:cNvPr>
          <p:cNvSpPr>
            <a:spLocks noGrp="1"/>
          </p:cNvSpPr>
          <p:nvPr>
            <p:ph type="ctrTitle"/>
          </p:nvPr>
        </p:nvSpPr>
        <p:spPr>
          <a:xfrm>
            <a:off x="609599" y="346364"/>
            <a:ext cx="11139055" cy="5957454"/>
          </a:xfrm>
        </p:spPr>
        <p:txBody>
          <a:bodyPr/>
          <a:lstStyle/>
          <a:p>
            <a:r>
              <a:rPr lang="en-IN" b="1" dirty="0"/>
              <a:t>Thanks You!</a:t>
            </a:r>
          </a:p>
        </p:txBody>
      </p:sp>
    </p:spTree>
    <p:extLst>
      <p:ext uri="{BB962C8B-B14F-4D97-AF65-F5344CB8AC3E}">
        <p14:creationId xmlns:p14="http://schemas.microsoft.com/office/powerpoint/2010/main" val="2835330195"/>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190</TotalTime>
  <Words>783</Words>
  <Application>Microsoft Office PowerPoint</Application>
  <PresentationFormat>Widescreen</PresentationFormat>
  <Paragraphs>82</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Arial</vt:lpstr>
      <vt:lpstr>Calibri</vt:lpstr>
      <vt:lpstr>Century Gothic</vt:lpstr>
      <vt:lpstr>Palatino Linotype</vt:lpstr>
      <vt:lpstr>Wingdings</vt:lpstr>
      <vt:lpstr>Wingdings 3</vt:lpstr>
      <vt:lpstr>Wisp</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 </vt:lpstr>
      <vt:lpstr> </vt:lpstr>
      <vt:lpstr> </vt:lpstr>
      <vt:lpstr>Thanks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title>
  <dc:creator>Pooja Nikam</dc:creator>
  <cp:lastModifiedBy>Pooja Nikam</cp:lastModifiedBy>
  <cp:revision>4</cp:revision>
  <dcterms:created xsi:type="dcterms:W3CDTF">2023-05-24T07:17:14Z</dcterms:created>
  <dcterms:modified xsi:type="dcterms:W3CDTF">2023-05-25T16:05:12Z</dcterms:modified>
</cp:coreProperties>
</file>